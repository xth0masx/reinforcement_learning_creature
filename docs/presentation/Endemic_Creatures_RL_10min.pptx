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92dd9ff4-121c-9537-12e1-5dcd84b662bc}">
          <p14:sldIdLst>
            <p14:sldId id="256"/>
            <p14:sldId id="257"/>
          </p14:sldIdLst>
        </p14:section>
        <p14:section name="Vorgehen" id="{b5a92346-05c3-e178-0ff5-38409a14c7f9}">
          <p14:sldIdLst>
            <p14:sldId id="258"/>
            <p14:sldId id="259"/>
          </p14:sldIdLst>
        </p14:section>
        <p14:section name="Lernen" id="{fe3fede1-f4ce-b1ad-7049-7e308b4c4b1d}">
          <p14:sldIdLst>
            <p14:sldId id="260"/>
            <p14:sldId id="261"/>
          </p14:sldIdLst>
        </p14:section>
        <p14:section name="Rückblick" id="{beb4e82d-7d46-912e-cfb2-ba5cb0cd3335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s. Kurz vorstellen: Projekt, zwei Kreaturen, alles gelernt statt animiert. Bild: der aktuelle Showcase mit beiden finalen Läufern.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Idee: lebendige Kreaturen, die nichts vorprogrammiert bekommen. Nur Regeln, wofür es Punkte gibt.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Schritt für Schritt: erst die Welt, dann Entscheidungen in 2D (schnell), dann echte Physik. Iterativ: eine Änderung, messen, zuschauen.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Alles Open Source ausser dem Assistenten. Rechnen nur auf dem Laptop: ein Grund, warum Training und Rendern lange dauerten.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PPO einfach erklären. Zwei Gehirne übereinander: das obere entscheidet, das untere setzt es in Beinbewegung um. Belohnung beim Laufen: Tempo treffen × wie tierähnlich × wie sauber (Ruck, Kippen, Rutschen).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Kurz die Zahlen; Bild: alter Physik-Körper (Blöcke) gegen den neuen aus 218 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Wichtigste Erkenntnis: RL optimiert genau das, was man belohnt - nicht das, was man meint. Beispiele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Ehrlich: viele Runden waren Fehlversuche. Jede hat aber eine Lehre gebracht.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drei wichtigsten: Körper zuerst, Belohnung vorher testen, bessere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 plus Fragen. Optional hier das 30-s-Video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und Jagen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erfundene Raubtiere lernen in einer Physik-Simulation selbst zu gehen und zu jagen · Thomas · Oktober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Idee</a:t>
            </a:r>
            <a:endParaRPr lang="en-US" sz="3200" dirty="0"/>
          </a:p>
        </p:txBody>
      </p:sp>
      <p:sp>
        <p:nvSpPr>
          <p:cNvPr id="3" name="creature0"/>
          <p:cNvSpPr/>
          <p:nvPr/>
        </p:nvSpPr>
        <p:spPr>
          <a:xfrm>
            <a:off x="54864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0" descr="C:\Users\thoma\PycharmProjects\Reinforcement_Learning_Creature\docs\presentation\src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42316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Ameisen-artig, 6 Beine, 8 kg</a:t>
            </a:r>
            <a:endParaRPr lang="en-US" sz="1400" dirty="0"/>
          </a:p>
        </p:txBody>
      </p:sp>
      <p:sp>
        <p:nvSpPr>
          <p:cNvPr id="7" name="creature1"/>
          <p:cNvSpPr/>
          <p:nvPr/>
        </p:nvSpPr>
        <p:spPr>
          <a:xfrm>
            <a:off x="342900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1" descr="C:\Users\thoma\PycharmProjects\Reinforcement_Learning_Creature\docs\presentation\src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66160" y="1463040"/>
            <a:ext cx="242316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Panther-artig mit Zusatzarmen, 60 kg</a:t>
            </a:r>
            <a:endParaRPr lang="en-US" sz="1400" dirty="0"/>
          </a:p>
        </p:txBody>
      </p:sp>
      <p:sp>
        <p:nvSpPr>
          <p:cNvPr id="11" name="idea_text"/>
          <p:cNvSpPr/>
          <p:nvPr/>
        </p:nvSpPr>
        <p:spPr>
          <a:xfrm>
            <a:off x="6400800" y="1325880"/>
            <a:ext cx="521208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011680"/>
            <a:ext cx="47548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Zwei Raubtiere leben in einem Habitat von 100 × 100 m mit Revieren, Beute und Rastplätzen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Sie lernen selbst: wohin sie gehen (jagen, rasten, Revier) und wie sie ihre Beine bewegen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Keine Animation: jede Bewegung entsteht durch Belohnung und Strafe in einer Physik-Simulation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Bewegung wie das Vorbild: Insekt im Dreifuß-Gang, Raubkatze / Wolf im Viertakt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Ergebnis als Video in Blender</a:t>
            </a:r>
            <a:endParaRPr lang="en-US" sz="1500" dirty="0"/>
          </a:p>
        </p:txBody>
      </p:sp>
      <p:sp>
        <p:nvSpPr>
          <p:cNvPr id="14" name="question"/>
          <p:cNvSpPr/>
          <p:nvPr/>
        </p:nvSpPr>
        <p:spPr>
          <a:xfrm>
            <a:off x="548640" y="4343400"/>
            <a:ext cx="55778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 Computer ohne Vorgaben lernen, sich wie ein echtes Tier zu bewegen und zu verhalten?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bin ich vorgegangen?</a:t>
            </a:r>
            <a:endParaRPr lang="en-US" sz="3200" dirty="0"/>
          </a:p>
        </p:txBody>
      </p:sp>
      <p:sp>
        <p:nvSpPr>
          <p:cNvPr id="3" name="step0"/>
          <p:cNvSpPr/>
          <p:nvPr/>
        </p:nvSpPr>
        <p:spPr>
          <a:xfrm>
            <a:off x="54864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Welt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Regeln, 3D-Modelle in Blender</a:t>
            </a:r>
            <a:endParaRPr lang="en-US" sz="1400" dirty="0"/>
          </a:p>
        </p:txBody>
      </p:sp>
      <p:sp>
        <p:nvSpPr>
          <p:cNvPr id="8" name="step1"/>
          <p:cNvSpPr/>
          <p:nvPr/>
        </p:nvSpPr>
        <p:spPr>
          <a:xfrm>
            <a:off x="429768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Jagen in 2D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2D-Simulation: Raubtier-Gehirne lernen jagen und rasten</a:t>
            </a:r>
            <a:endParaRPr lang="en-US" sz="1400" dirty="0"/>
          </a:p>
        </p:txBody>
      </p:sp>
      <p:sp>
        <p:nvSpPr>
          <p:cNvPr id="13" name="step2"/>
          <p:cNvSpPr/>
          <p:nvPr/>
        </p:nvSpPr>
        <p:spPr>
          <a:xfrm>
            <a:off x="804672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 in 3D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MuJoCo-Physik: Laufgehirne lernen die Beine zu bewegen</a:t>
            </a:r>
            <a:endParaRPr lang="en-US" sz="1400" dirty="0"/>
          </a:p>
        </p:txBody>
      </p:sp>
      <p:sp>
        <p:nvSpPr>
          <p:cNvPr id="18" name="step3"/>
          <p:cNvSpPr/>
          <p:nvPr/>
        </p:nvSpPr>
        <p:spPr>
          <a:xfrm>
            <a:off x="54864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wie das Modell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direkt aus dem 3D-Netz (bis 218 Teile)</a:t>
            </a:r>
            <a:endParaRPr lang="en-US" sz="1400" dirty="0"/>
          </a:p>
        </p:txBody>
      </p:sp>
      <p:sp>
        <p:nvSpPr>
          <p:cNvPr id="23" name="step4"/>
          <p:cNvSpPr/>
          <p:nvPr/>
        </p:nvSpPr>
        <p:spPr>
          <a:xfrm>
            <a:off x="429768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Natürlicher Stil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nach Vorbild (Insekt, Wolf), messen, nachschärfen</a:t>
            </a:r>
            <a:endParaRPr lang="en-US" sz="1400" dirty="0"/>
          </a:p>
        </p:txBody>
      </p:sp>
      <p:sp>
        <p:nvSpPr>
          <p:cNvPr id="28" name="step5"/>
          <p:cNvSpPr/>
          <p:nvPr/>
        </p:nvSpPr>
        <p:spPr>
          <a:xfrm>
            <a:off x="804672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zusammen im Habitat, in Blender gerendert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Arbeitsweise: immer eine Änderung pro Training, danach messen (Tempo, Takt, Stürze) und live zuschauen · 12 Versionen des Laufgehirns in 5 Wochen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Mittel und Tools habe ich verwendet?</a:t>
            </a:r>
            <a:endParaRPr lang="en-US" sz="3200" dirty="0"/>
          </a:p>
        </p:txBody>
      </p:sp>
      <p:sp>
        <p:nvSpPr>
          <p:cNvPr id="3" name="tool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Physik-Simulation: Kräfte, Kontakte, Gleichgewicht</a:t>
            </a:r>
            <a:endParaRPr lang="en-US" sz="1400" dirty="0"/>
          </a:p>
        </p:txBody>
      </p:sp>
      <p:sp>
        <p:nvSpPr>
          <p:cNvPr id="7" name="tool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Lernumgebungen: Beobachtung, Aktion, Belohnung</a:t>
            </a:r>
            <a:endParaRPr lang="en-US" sz="1400" dirty="0"/>
          </a:p>
        </p:txBody>
      </p:sp>
      <p:sp>
        <p:nvSpPr>
          <p:cNvPr id="11" name="tool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+ PyTorch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Lernalgorithmus PPO, neuronale Netze</a:t>
            </a:r>
            <a:endParaRPr lang="en-US" sz="1400" dirty="0"/>
          </a:p>
        </p:txBody>
      </p:sp>
      <p:sp>
        <p:nvSpPr>
          <p:cNvPr id="15" name="tool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788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3D-Modelle, Rig, Animation, Rendering</a:t>
            </a:r>
            <a:endParaRPr lang="en-US" sz="1400" dirty="0"/>
          </a:p>
        </p:txBody>
      </p:sp>
      <p:sp>
        <p:nvSpPr>
          <p:cNvPr id="19" name="tool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zerlegt das 3D-Netz in Physik-Teile</a:t>
            </a:r>
            <a:endParaRPr lang="en-US" sz="1400" dirty="0"/>
          </a:p>
        </p:txBody>
      </p:sp>
      <p:sp>
        <p:nvSpPr>
          <p:cNvPr id="23" name="tool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866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Git / GitHub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Versionen, alle Gehirne und Videos gesichert</a:t>
            </a:r>
            <a:endParaRPr lang="en-US" sz="1400" dirty="0"/>
          </a:p>
        </p:txBody>
      </p:sp>
      <p:sp>
        <p:nvSpPr>
          <p:cNvPr id="27" name="tool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1732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KI-Assistent: Code, Analysen, Doku</a:t>
            </a:r>
            <a:endParaRPr lang="en-US" sz="1400" dirty="0"/>
          </a:p>
        </p:txBody>
      </p:sp>
      <p:sp>
        <p:nvSpPr>
          <p:cNvPr id="31" name="tool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5166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CPU-Kerne, keine Grafikkarte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Welchen Lernalgorithmus habe ich verwendet?</a:t>
            </a:r>
            <a:endParaRPr lang="en-US" sz="3200" dirty="0"/>
          </a:p>
        </p:txBody>
      </p:sp>
      <p:sp>
        <p:nvSpPr>
          <p:cNvPr id="3" name="ppo"/>
          <p:cNvSpPr/>
          <p:nvPr/>
        </p:nvSpPr>
        <p:spPr>
          <a:xfrm>
            <a:off x="548640" y="13258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– Proximal Policy Optimization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Reinforcement Learning: Ausprobieren, Belohnung bekommen, besser werden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Actor-Critic: ein Netz wählt die Aktion, ein zweites schätzt den Wert der Lage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„Proximal“: pro Update nur kleine Änderungen – stabiles Lernen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8 Simulationen parallel, Millionen Versuche (≈ 185 Mio. Schritte insgesamt)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Extra: Spiegel-Symmetrie links/rechts, Lehrpläne (erst leicht, dann schwer)</a:t>
            </a:r>
            <a:endParaRPr lang="en-US" sz="1400" dirty="0"/>
          </a:p>
        </p:txBody>
      </p:sp>
      <p:sp>
        <p:nvSpPr>
          <p:cNvPr id="6" name="arch0"/>
          <p:cNvSpPr/>
          <p:nvPr/>
        </p:nvSpPr>
        <p:spPr>
          <a:xfrm>
            <a:off x="5989320" y="13258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508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 · 10 Hz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202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wohin? jagen, rasten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Tempo + Drehung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41080" y="26700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2" name="arch1"/>
          <p:cNvSpPr/>
          <p:nvPr/>
        </p:nvSpPr>
        <p:spPr>
          <a:xfrm>
            <a:off x="5989320" y="29260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3337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· 50 Hz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3520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wie? Gelenkziele für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41080" y="42702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8" name="arch2"/>
          <p:cNvSpPr/>
          <p:nvPr/>
        </p:nvSpPr>
        <p:spPr>
          <a:xfrm>
            <a:off x="5989320" y="45262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49377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 · 200 Hz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51206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Gleichgewicht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</a:t>
            </a:r>
            <a:endParaRPr lang="en-US" sz="3200" dirty="0"/>
          </a:p>
        </p:txBody>
      </p:sp>
      <p:sp>
        <p:nvSpPr>
          <p:cNvPr id="3" name="stat0"/>
          <p:cNvSpPr/>
          <p:nvPr/>
        </p:nvSpPr>
        <p:spPr>
          <a:xfrm>
            <a:off x="54864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des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Laufgehirns</a:t>
            </a:r>
            <a:endParaRPr lang="en-US" sz="1300" dirty="0"/>
          </a:p>
        </p:txBody>
      </p:sp>
      <p:sp>
        <p:nvSpPr>
          <p:cNvPr id="6" name="stat1"/>
          <p:cNvSpPr/>
          <p:nvPr/>
        </p:nvSpPr>
        <p:spPr>
          <a:xfrm>
            <a:off x="246888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trainierte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Gehirne</a:t>
            </a:r>
            <a:endParaRPr lang="en-US" sz="1300" dirty="0"/>
          </a:p>
        </p:txBody>
      </p:sp>
      <p:sp>
        <p:nvSpPr>
          <p:cNvPr id="9" name="stat2"/>
          <p:cNvSpPr/>
          <p:nvPr/>
        </p:nvSpPr>
        <p:spPr>
          <a:xfrm>
            <a:off x="438912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Physik-Teile im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DC-Körper</a:t>
            </a:r>
            <a:endParaRPr lang="en-US" sz="1300" dirty="0"/>
          </a:p>
        </p:txBody>
      </p:sp>
      <p:pic>
        <p:nvPicPr>
          <p:cNvPr id="12" name="body" descr="C:\Users\thoma\PycharmProjects\Reinforcement_Learning_Creature\docs\figures\dc_physics_body_v11_vs_v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5577840" cy="283464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25880"/>
          <a:ext cx="5212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874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 v10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v12z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 m/s, Dreifuß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 m/s, flüssig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Vollgas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4,1 m/s Sprint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Besonderes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rückwärts, dreht am 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bremst ohne Sturz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 (2D)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Beute / 10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Beute / 10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400800" y="40690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Läufer final, beide jagen im Habitat; ein 30-s-Showcase-Video zeigt sie zusammen.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 ich gelernt?</a:t>
            </a:r>
            <a:endParaRPr lang="en-US" sz="3200" dirty="0"/>
          </a:p>
        </p:txBody>
      </p:sp>
      <p:sp>
        <p:nvSpPr>
          <p:cNvPr id="3" name="learn0"/>
          <p:cNvSpPr/>
          <p:nvPr/>
        </p:nvSpPr>
        <p:spPr>
          <a:xfrm>
            <a:off x="54864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ist alles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Gehirn findet jedes Schlupfloch: Stillstehen, Handstand, „Planke“ – wenn es Punkte bringt</a:t>
            </a:r>
            <a:endParaRPr lang="en-US" sz="1400" dirty="0"/>
          </a:p>
        </p:txBody>
      </p:sp>
      <p:sp>
        <p:nvSpPr>
          <p:cNvPr id="8" name="learn1"/>
          <p:cNvSpPr/>
          <p:nvPr/>
        </p:nvSpPr>
        <p:spPr>
          <a:xfrm>
            <a:off x="621792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 Masse, Geometrie oder Gelenke kann keine Regel ausgleichen</a:t>
            </a:r>
            <a:endParaRPr lang="en-US" sz="1400" dirty="0"/>
          </a:p>
        </p:txBody>
      </p:sp>
      <p:sp>
        <p:nvSpPr>
          <p:cNvPr id="13" name="learn2"/>
          <p:cNvSpPr/>
          <p:nvPr/>
        </p:nvSpPr>
        <p:spPr>
          <a:xfrm>
            <a:off x="54864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statt abziehen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verkleinern die Punkte – Stehen darf nie billiger sein als Laufen</a:t>
            </a:r>
            <a:endParaRPr lang="en-US" sz="1400" dirty="0"/>
          </a:p>
        </p:txBody>
      </p:sp>
      <p:sp>
        <p:nvSpPr>
          <p:cNvPr id="18" name="learn3"/>
          <p:cNvSpPr/>
          <p:nvPr/>
        </p:nvSpPr>
        <p:spPr>
          <a:xfrm>
            <a:off x="621792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und zuschauen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zeigen Trends, live zuschauen zeigt, was wirklich passiert</a:t>
            </a:r>
            <a:endParaRPr lang="en-US" sz="1400" dirty="0"/>
          </a:p>
        </p:txBody>
      </p:sp>
      <p:sp>
        <p:nvSpPr>
          <p:cNvPr id="23" name="learn4"/>
          <p:cNvSpPr/>
          <p:nvPr/>
        </p:nvSpPr>
        <p:spPr>
          <a:xfrm>
            <a:off x="54864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828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Änderung pro Training; jeden Checkpoint behalten</a:t>
            </a:r>
            <a:endParaRPr lang="en-US" sz="1400" dirty="0"/>
          </a:p>
        </p:txBody>
      </p:sp>
      <p:sp>
        <p:nvSpPr>
          <p:cNvPr id="28" name="learn5"/>
          <p:cNvSpPr/>
          <p:nvPr/>
        </p:nvSpPr>
        <p:spPr>
          <a:xfrm>
            <a:off x="621792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48828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gezielt einsetzen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Geh-Regel im Sprint hat das Sprinten verhindert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schlecht gelaufen?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Mehrmals lernten die Gehirne, einfach stehen zu bleiben (Strafen zu stark)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Schlupflöcher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Handstand auf Vorderbeinen, später „Planke“ mit gespreizten Beinen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Regelfehler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 in meinen Regeln haben ganze Trainings verdorben (z. B. Beine nach innen gezogen)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&amp; Hand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zu kurz, Handgelenk an falscher Stelle – Arme im Sprint am Ende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schlief ein oder Sitzung endete: ≈ 9 h Training verloren; Rendern 4–6 h pro Video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Raubzüge und Revierverteidigung nie gelernt; Spiel-Idee gebaut und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würde ich anders machen?</a:t>
            </a:r>
            <a:endParaRPr lang="en-US" sz="3200" dirty="0"/>
          </a:p>
        </p:txBody>
      </p:sp>
      <p:sp>
        <p:nvSpPr>
          <p:cNvPr id="3" name="diff0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zuerst prüfen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Masse, Geometrie, Reichweite der Glieder vor dem ersten Training messen</a:t>
            </a:r>
            <a:endParaRPr lang="en-US" sz="1400" dirty="0"/>
          </a:p>
        </p:txBody>
      </p:sp>
      <p:sp>
        <p:nvSpPr>
          <p:cNvPr id="8" name="diff1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vorher testen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einfachen Skript-Figuren prüfen, ob Stehen oder Schlupflöcher sich lohnen</a:t>
            </a:r>
            <a:endParaRPr lang="en-US" sz="1400" dirty="0"/>
          </a:p>
        </p:txBody>
      </p:sp>
      <p:sp>
        <p:nvSpPr>
          <p:cNvPr id="13" name="diff2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Vorbild früher nutzen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Referenz-Bewegung (z. B. der Wolf) von Anfang an als Ziel</a:t>
            </a:r>
            <a:endParaRPr lang="en-US" sz="1400" dirty="0"/>
          </a:p>
        </p:txBody>
      </p:sp>
      <p:sp>
        <p:nvSpPr>
          <p:cNvPr id="18" name="diff3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messbar festlegen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Takt, Haltung als feste Tests vor jedem Training</a:t>
            </a:r>
            <a:endParaRPr lang="en-US" sz="1400" dirty="0"/>
          </a:p>
        </p:txBody>
      </p:sp>
      <p:sp>
        <p:nvSpPr>
          <p:cNvPr id="23" name="diff4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Stärkere Hardware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Rechner mit Grafikkarte oder Cloud: Rendern 10–20× schneller, nichts schläft ein</a:t>
            </a:r>
            <a:endParaRPr lang="en-US" sz="1400" dirty="0"/>
          </a:p>
        </p:txBody>
      </p:sp>
      <p:sp>
        <p:nvSpPr>
          <p:cNvPr id="28" name="diff5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auf einmal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ein Tier fertig, dann das zweite; weniger Ideen parallel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ut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Danke! Fragen?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Video: docs/videos/showcase_v6_30s.mp4 · Code, Gehirne und Doku: GitHub, Branch rl-locomotion-setup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und Jagen lernen mit Reinforcement Learning</dc:title>
  <dc:subject>Kurzpräsentation (10 Minuten)</dc:subject>
  <dc:creator>Thomas</dc:creator>
  <cp:lastModifiedBy>Thomas</cp:lastModifiedBy>
  <cp:revision>1</cp:revision>
  <dcterms:created xsi:type="dcterms:W3CDTF">2026-10-28T14:21:30Z</dcterms:created>
  <dcterms:modified xsi:type="dcterms:W3CDTF">2026-10-28T14:21:30Z</dcterms:modified>
</cp:coreProperties>
</file>